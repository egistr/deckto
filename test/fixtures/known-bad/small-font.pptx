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INSIGHT: The font is too small.
Rest of notes.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Tiny body copy that nobody in the back row can read at all</a:t>
            </a:r>
            <a:endParaRPr lang="en-US" sz="1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41148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2026-09-25T08:51:10Z</dcterms:created>
  <dcterms:modified xsi:type="dcterms:W3CDTF">2026-09-25T08:51:10Z</dcterms:modified>
</cp:coreProperties>
</file>
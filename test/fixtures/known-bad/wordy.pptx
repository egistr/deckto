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INSIGHT: Word budget exists for a reason.
Rest of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slide contains an unreasonable number of words which no audience member will ever read while also listening to the presenter speak about the same content in a redundant fashion that violates basic multimedia learning principles and forces readers to choose between reading and listening, which is exactly the failure mode research warns about.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41148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2026-09-25T08:51:10Z</dcterms:created>
  <dcterms:modified xsi:type="dcterms:W3CDTF">2026-09-25T08:51:10Z</dcterms:modified>
</cp:coreProperties>
</file>
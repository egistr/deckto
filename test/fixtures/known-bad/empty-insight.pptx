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INSIGHT:
Rest of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perfectly sized headline goes 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body text that is short.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2026-09-25T08:51:10Z</dcterms:created>
  <dcterms:modified xsi:type="dcterms:W3CDTF">2026-09-25T08:51:10Z</dcterms:modified>
</cp:coreProperties>
</file>